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4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0261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Waste Bin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System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Fog &amp; Edge Computing + AWS Cloud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310128"/>
            <a:ext cx="7863840" cy="0"/>
          </a:xfrm>
          <a:prstGeom prst="line">
            <a:avLst/>
          </a:prstGeom>
          <a:noFill/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345643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SAPNA THAKUR | x24196614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4700016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8872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— Why Do We Need This?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2697480" cy="2971800"/>
          </a:xfrm>
          <a:prstGeom prst="rect">
            <a:avLst/>
          </a:prstGeom>
          <a:solidFill>
            <a:srgbClr val="FEE2E2"/>
          </a:solidFill>
          <a:ln w="317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25880" y="9144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25880" y="9144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X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117043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Bins overflow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1664208"/>
            <a:ext cx="2423160" cy="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755648"/>
            <a:ext cx="24231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 trucks visit bins on a fixed schedule — Monday, Wednesday, Friday — no matter how full they are. Some bins overflow on Tuesday and sit there smelling bad for 2 days. Nobody knows until it is too late.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46120" y="1078992"/>
            <a:ext cx="2697480" cy="2971800"/>
          </a:xfrm>
          <a:prstGeom prst="rect">
            <a:avLst/>
          </a:prstGeom>
          <a:solidFill>
            <a:srgbClr val="FEF9C3"/>
          </a:solidFill>
          <a:ln w="3175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251960" y="914400"/>
            <a:ext cx="685800" cy="685800"/>
          </a:xfrm>
          <a:prstGeom prst="ellipse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51960" y="9144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$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83280" y="117043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Wasted money &amp; fuel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383280" y="1664208"/>
            <a:ext cx="2423160" cy="0"/>
          </a:xfrm>
          <a:prstGeom prst="line">
            <a:avLst/>
          </a:prstGeom>
          <a:noFill/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83280" y="1755648"/>
            <a:ext cx="24231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Trucks drive around collecting bins that are only 20% full. This wastes fuel, driver time and council money. Studies show up to 40% of collection trips are unnecessary because bins are not actually full yet.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72200" y="1078992"/>
            <a:ext cx="2697480" cy="2971800"/>
          </a:xfrm>
          <a:prstGeom prst="rect">
            <a:avLst/>
          </a:prstGeom>
          <a:solidFill>
            <a:srgbClr val="EDE7F6"/>
          </a:solidFill>
          <a:ln w="3175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78040" y="914400"/>
            <a:ext cx="685800" cy="685800"/>
          </a:xfrm>
          <a:prstGeom prst="ellipse">
            <a:avLst/>
          </a:prstGeom>
          <a:solidFill>
            <a:srgbClr val="534A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78040" y="9144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?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09360" y="117043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real-time data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09360" y="1664208"/>
            <a:ext cx="2423160" cy="0"/>
          </a:xfrm>
          <a:prstGeom prst="line">
            <a:avLst/>
          </a:prstGeom>
          <a:noFill/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09360" y="1755648"/>
            <a:ext cx="24231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way to know which bins are full right now without physically driving to each one and looking inside. There is no data, no alerts, no system — just guessing based on a fixed schedule.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0040" y="4187952"/>
            <a:ext cx="8503920" cy="804672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423367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Our Solution: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920240" y="4233672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5 sensors on every bin → sensors send live data every few seconds → fog node processes it locally → AWS cloud stores it → dashboard shows which bins need collection RIGHT NOW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8872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— 3 Layers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2514600" cy="3794760"/>
          </a:xfrm>
          <a:prstGeom prst="rect">
            <a:avLst/>
          </a:prstGeom>
          <a:solidFill>
            <a:srgbClr val="E1F5EE"/>
          </a:solidFill>
          <a:ln w="317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2514600" cy="54864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06984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E1CB"/>
                </a:solidFill>
              </a:rPr>
              <a:t>Layer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307592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Sensors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sensor_simulator.py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87452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Runs on Mac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148840"/>
            <a:ext cx="2240280" cy="0"/>
          </a:xfrm>
          <a:prstGeom prst="line">
            <a:avLst/>
          </a:prstGeom>
          <a:noFill/>
          <a:ln w="9525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212848"/>
            <a:ext cx="2240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level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 / Odour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 status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sends data every 2-10 seconds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34640" y="256032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9E75"/>
                </a:solidFill>
              </a:rPr>
              <a:t>HTTP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D9E75"/>
                </a:solidFill>
              </a:rPr>
              <a:t>POST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D9E75"/>
                </a:solidFill>
              </a:rPr>
              <a:t>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74720" y="1051560"/>
            <a:ext cx="2514600" cy="3794760"/>
          </a:xfrm>
          <a:prstGeom prst="rect">
            <a:avLst/>
          </a:prstGeom>
          <a:solidFill>
            <a:srgbClr val="EDE7F6"/>
          </a:solidFill>
          <a:ln w="3175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474720" y="1051560"/>
            <a:ext cx="2514600" cy="548640"/>
          </a:xfrm>
          <a:prstGeom prst="rect">
            <a:avLst/>
          </a:prstGeom>
          <a:solidFill>
            <a:srgbClr val="534A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11880" y="106984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ECBF6"/>
                </a:solidFill>
              </a:rPr>
              <a:t>Layer 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11880" y="1307592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Fog Node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11880" y="164592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fog_node.py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11880" y="187452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Runs on Mac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11880" y="2148840"/>
            <a:ext cx="2240280" cy="0"/>
          </a:xfrm>
          <a:prstGeom prst="line">
            <a:avLst/>
          </a:prstGeom>
          <a:noFill/>
          <a:ln w="9525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11880" y="2212848"/>
            <a:ext cx="2240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Receives all sensor data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every reading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Calculates avg / min / max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Saves data if cloud is down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Sends 1 summary to cloud every 10 seconds instead of 50 raw readings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89320" y="256032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34AB7"/>
                </a:solidFill>
              </a:rPr>
              <a:t>Every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534AB7"/>
                </a:solidFill>
              </a:rPr>
              <a:t>10s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534AB7"/>
                </a:solidFill>
              </a:rPr>
              <a:t>→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29400" y="1051560"/>
            <a:ext cx="2240280" cy="3794760"/>
          </a:xfrm>
          <a:prstGeom prst="rect">
            <a:avLst/>
          </a:prstGeom>
          <a:solidFill>
            <a:srgbClr val="FFF8E1"/>
          </a:solidFill>
          <a:ln w="3175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629400" y="1051560"/>
            <a:ext cx="2240280" cy="54864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766560" y="106984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AC775"/>
                </a:solidFill>
              </a:rPr>
              <a:t>Layer 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66560" y="130759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AWS Cloud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66560" y="164592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cloud_backend.py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766560" y="187452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AWS Elastic Beanstalk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766560" y="2148840"/>
            <a:ext cx="1965960" cy="0"/>
          </a:xfrm>
          <a:prstGeom prst="line">
            <a:avLst/>
          </a:prstGeom>
          <a:noFill/>
          <a:ln w="9525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766560" y="2212848"/>
            <a:ext cx="1965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Receives fog data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— handles spikes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workers — process data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all readings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Serves REST API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24/7 on AWS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8872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— What the Examiner Sees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658368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1155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can open this link and see the live dashboard — no login, no setup, no local files needed: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828800"/>
            <a:ext cx="8503920" cy="54864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90195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9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http://Smart-waste-bin-env.eba-zvrsdqbr.us-east-1.elasticbeanstalk.com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514600"/>
            <a:ext cx="416052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" y="2514600"/>
            <a:ext cx="201168" cy="749808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2648" y="25694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5 sensor cards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2648" y="28620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Shows latest value for fill level, weight, gas, temperature, lid — updates every 5 seconds automatically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3355848"/>
            <a:ext cx="416052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3355848"/>
            <a:ext cx="201168" cy="749808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2648" y="34107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4 live charts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" y="37033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Line charts showing how each sensor value has changed over time — you can see the bin slowly filling up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4197096"/>
            <a:ext cx="416052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" y="4197096"/>
            <a:ext cx="201168" cy="749808"/>
          </a:xfrm>
          <a:prstGeom prst="rect">
            <a:avLst/>
          </a:prstGeom>
          <a:solidFill>
            <a:srgbClr val="534A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2648" y="4251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Alert system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2648" y="45445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Cards turn red with an ALERT badge when a sensor crosses its threshold — e.g. fill &gt; 80% or gas &gt; 400ppm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17720" y="2514600"/>
            <a:ext cx="416052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17720" y="2514600"/>
            <a:ext cx="201168" cy="749808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10328" y="25694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Bin selector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10328" y="28620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Dropdown to switch between different bins — BIN-001, BIN-002 etc. all shown separately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17720" y="3355848"/>
            <a:ext cx="416052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17720" y="3355848"/>
            <a:ext cx="201168" cy="74980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10328" y="34107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Alert feed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10328" y="37033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List of all recent alerts with timestamp, sensor name and value — full history of problem events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17720" y="4197096"/>
            <a:ext cx="416052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17720" y="4197096"/>
            <a:ext cx="201168" cy="749808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10328" y="4251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Auto refresh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10328" y="45445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Dashboard automatically pulls new data from AWS every 5 seconds — no manual refresh needed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8872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— Open These Links Now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603504"/>
          </a:xfrm>
          <a:prstGeom prst="rect">
            <a:avLst/>
          </a:prstGeom>
          <a:solidFill>
            <a:srgbClr val="FFFFFF"/>
          </a:solidFill>
          <a:ln w="254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4048" y="1152144"/>
            <a:ext cx="457200" cy="457200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" y="11521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11247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Live Dashboard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38988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Open this first — show charts updating live with real sensor data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166360" y="121615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D9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http://Smart-waste-bin-env.eba-zvrsdqbr.us-east-1.elasticbeanstalk.com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1737360"/>
            <a:ext cx="8503920" cy="603504"/>
          </a:xfrm>
          <a:prstGeom prst="rect">
            <a:avLst/>
          </a:prstGeom>
          <a:solidFill>
            <a:srgbClr val="FFFFFF"/>
          </a:solidFill>
          <a:ln w="254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84048" y="1810512"/>
            <a:ext cx="457200" cy="457200"/>
          </a:xfrm>
          <a:prstGeom prst="ellipse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4048" y="1810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17830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Health Check — proof of scalability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204825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Shows workers:3 (Lambda), queue_size (SQS), total_records going up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166360" y="18745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85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http://Smart-waste-bin-env.eba-zvrsdqbr.us-east-1.elasticbeanstalk.com/api/health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395728"/>
            <a:ext cx="8503920" cy="603504"/>
          </a:xfrm>
          <a:prstGeom prst="rect">
            <a:avLst/>
          </a:prstGeom>
          <a:solidFill>
            <a:srgbClr val="FFFFFF"/>
          </a:solidFill>
          <a:ln w="254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84048" y="2468880"/>
            <a:ext cx="457200" cy="457200"/>
          </a:xfrm>
          <a:prstGeom prst="ellipse">
            <a:avLst/>
          </a:prstGeom>
          <a:solidFill>
            <a:srgbClr val="534A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4048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24414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API Documentation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270662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FastAPI auto-generates this — shows all endpoints live on AWS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166360" y="253288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34A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http://Smart-waste-bin-env.eba-zvrsdqbr.us-east-1.elasticbeanstalk.com/docs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3054096"/>
            <a:ext cx="8503920" cy="603504"/>
          </a:xfrm>
          <a:prstGeom prst="rect">
            <a:avLst/>
          </a:prstGeom>
          <a:solidFill>
            <a:srgbClr val="FFFFFF"/>
          </a:solidFill>
          <a:ln w="254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84048" y="3127248"/>
            <a:ext cx="457200" cy="457200"/>
          </a:xfrm>
          <a:prstGeom prst="ellipse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84048" y="3127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0120" y="30998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Live Sensor Data (JSON)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336499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Real data stored on AWS — fill level, weight, gas, temp, lid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166360" y="3191256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A75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http://Smart-waste-bin-env.eba-zvrsdqbr.us-east-1.elasticbeanstalk.com/api/latest/BIN-001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3712464"/>
            <a:ext cx="8503920" cy="603504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84048" y="3785616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84048" y="37856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60120" y="37581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Alert Feed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60120" y="40233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Shows all alert events when sensors exceeded thresholds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166360" y="3849624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http://Smart-waste-bin-env.eba-zvrsdqbr.us-east-1.elasticbeanstalk.com/api/alerts/BIN-001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" y="4370832"/>
            <a:ext cx="8503920" cy="603504"/>
          </a:xfrm>
          <a:prstGeom prst="rect">
            <a:avLst/>
          </a:prstGeom>
          <a:solidFill>
            <a:srgbClr val="FFFFFF"/>
          </a:solidFill>
          <a:ln w="254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84048" y="4443984"/>
            <a:ext cx="457200" cy="457200"/>
          </a:xfrm>
          <a:prstGeom prst="ellipse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84048" y="44439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60120" y="44165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GitHub — Source Code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60120" y="468172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All 4 files with comments — full project code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166360" y="450799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https://github.com/thakursapna1996/smart-waste-bin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8288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 &amp; What We Learned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960120"/>
            <a:ext cx="8229600" cy="0"/>
          </a:xfrm>
          <a:prstGeom prst="line">
            <a:avLst/>
          </a:prstGeom>
          <a:noFill/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9E75"/>
                </a:solidFill>
              </a:rPr>
              <a:t>All requirements met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sensor types with configurable frequency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fog node — receives, validates, aggregates, dispatches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AWS backend — queue + 3 workers + auto-scaling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responsive dashboard on AWS — anyone can open it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and tested on AWS Elastic Beanstalk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54880" y="10515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A7517"/>
                </a:solidFill>
              </a:rPr>
              <a:t>Biggest challenge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150876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showed 502 Bad Gateway error after deployment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nginx expected port 5000 but app used 8080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switched to gunicorn on port 8000 with custom nginx config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Lesson: knowing the code is not enough — you must understand the full deployment stack too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4160520"/>
            <a:ext cx="8229600" cy="0"/>
          </a:xfrm>
          <a:prstGeom prst="line">
            <a:avLst/>
          </a:prstGeom>
          <a:noFill/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" y="4251960"/>
            <a:ext cx="8229600" cy="347472"/>
          </a:xfrm>
          <a:prstGeom prst="rect">
            <a:avLst/>
          </a:prstGeom>
          <a:solidFill>
            <a:srgbClr val="085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4270248"/>
            <a:ext cx="7955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E1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http://Smart-waste-bin-env.eba-zvrsdqbr.us-east-1.elasticbeanstalk.com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" y="4700016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</a:t>
            </a: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799</Words>
  <Application>Microsoft Macintosh PowerPoint</Application>
  <PresentationFormat>On-screen Show (16:9)</PresentationFormat>
  <Paragraphs>115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Waste Bin</dc:title>
  <dc:subject>FOG AND EDGE</dc:subject>
  <dc:creator>SAPNA THAKUR</dc:creator>
  <cp:keywords/>
  <dc:description/>
  <cp:lastModifiedBy>Sapna Thakur</cp:lastModifiedBy>
  <cp:revision>7</cp:revision>
  <dcterms:created xsi:type="dcterms:W3CDTF">2026-04-17T01:24:21Z</dcterms:created>
  <dcterms:modified xsi:type="dcterms:W3CDTF">2026-04-17T10:55:45Z</dcterms:modified>
  <cp:category/>
</cp:coreProperties>
</file>